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Responsible AI Monitoring Module</a:t>
            </a:r>
          </a:p>
          <a:p>
            <a:r>
              <a:t>Governance Category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126480"/>
            <a:ext cx="82296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Responsible AI Monitoring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systems in governance can become biased, inaccurate, and non-transparent.</a:t>
            </a:r>
          </a:p>
          <a:p>
            <a:r>
              <a:t>Continuous monitoring is required for fairness, drift, explainability, and ethical compliance.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126480"/>
            <a:ext cx="82296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Responsible AI Monitoring Module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Responsible AI Governance Platform to monitor:</a:t>
            </a:r>
          </a:p>
          <a:p>
            <a:r>
              <a:t>• Bias Detection</a:t>
            </a:r>
          </a:p>
          <a:p>
            <a:r>
              <a:t>• Drift Detection</a:t>
            </a:r>
          </a:p>
          <a:p>
            <a:r>
              <a:t>• Accuracy Monitoring</a:t>
            </a:r>
          </a:p>
          <a:p>
            <a:r>
              <a:t>• Explainability</a:t>
            </a:r>
          </a:p>
          <a:p>
            <a:r>
              <a:t>• Governance Risk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126480"/>
            <a:ext cx="82296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Responsible AI Monitoring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Inspired by enterprise AI governance platforms like Rubiscape.</a:t>
            </a:r>
          </a:p>
          <a:p>
            <a:r>
              <a:t>Used in government domains such as:</a:t>
            </a:r>
          </a:p>
          <a:p>
            <a:r>
              <a:t>• Scholarship systems</a:t>
            </a:r>
          </a:p>
          <a:p>
            <a:r>
              <a:t>• Healthcare</a:t>
            </a:r>
          </a:p>
          <a:p>
            <a:r>
              <a:t>• Tax fraud detection</a:t>
            </a:r>
          </a:p>
          <a:p>
            <a:r>
              <a:t>• Welfare allocation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126480"/>
            <a:ext cx="82296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Responsible AI Monitoring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→ ML Model → Monitoring Engine → Governance Dashboard</a:t>
            </a:r>
          </a:p>
          <a:p>
            <a:r>
              <a:t>Modules:</a:t>
            </a:r>
          </a:p>
          <a:p>
            <a:r>
              <a:t>• Fairness Monitoring</a:t>
            </a:r>
          </a:p>
          <a:p>
            <a:r>
              <a:t>• Drift Detection</a:t>
            </a:r>
          </a:p>
          <a:p>
            <a:r>
              <a:t>• Explainability</a:t>
            </a:r>
          </a:p>
          <a:p>
            <a:r>
              <a:t>• Risk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126480"/>
            <a:ext cx="82296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Responsible AI Monitoring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Streamlit</a:t>
            </a:r>
          </a:p>
          <a:p>
            <a:r>
              <a:t>Backend: Python</a:t>
            </a:r>
          </a:p>
          <a:p>
            <a:r>
              <a:t>Libraries:</a:t>
            </a:r>
          </a:p>
          <a:p>
            <a:r>
              <a:t>• Scikit-learn</a:t>
            </a:r>
          </a:p>
          <a:p>
            <a:r>
              <a:t>• Fairlearn</a:t>
            </a:r>
          </a:p>
          <a:p>
            <a:r>
              <a:t>• SHAP</a:t>
            </a:r>
          </a:p>
          <a:p>
            <a:r>
              <a:t>• Evidently AI</a:t>
            </a:r>
          </a:p>
          <a:p>
            <a:r>
              <a:t>• Plotly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126480"/>
            <a:ext cx="82296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Responsible AI Monitoring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Adult Income Dataset</a:t>
            </a:r>
          </a:p>
          <a:p>
            <a:r>
              <a:t>Features include:</a:t>
            </a:r>
          </a:p>
          <a:p>
            <a:r>
              <a:t>• Gender</a:t>
            </a:r>
          </a:p>
          <a:p>
            <a:r>
              <a:t>• Education</a:t>
            </a:r>
          </a:p>
          <a:p>
            <a:r>
              <a:t>• Occupation</a:t>
            </a:r>
          </a:p>
          <a:p>
            <a:r>
              <a:t>• Income</a:t>
            </a:r>
          </a:p>
          <a:p>
            <a:r>
              <a:t>Useful for fairness and bias analysis.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126480"/>
            <a:ext cx="82296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Responsible AI Monitoring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Monitors fairness across sensitive groups.</a:t>
            </a:r>
          </a:p>
          <a:p>
            <a:r>
              <a:t>Metrics:</a:t>
            </a:r>
          </a:p>
          <a:p>
            <a:r>
              <a:t>• Demographic Parity</a:t>
            </a:r>
          </a:p>
          <a:p>
            <a:r>
              <a:t>• Equal Opportunity</a:t>
            </a:r>
          </a:p>
          <a:p>
            <a:r>
              <a:t>Tools:</a:t>
            </a:r>
          </a:p>
          <a:p>
            <a:r>
              <a:t>• Fairlearn</a:t>
            </a:r>
          </a:p>
          <a:p>
            <a:r>
              <a:t>• AIF360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126480"/>
            <a:ext cx="82296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Responsible AI Monitoring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Drift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Detects changes in data patterns over time.</a:t>
            </a:r>
          </a:p>
          <a:p>
            <a:r>
              <a:t>Metrics:</a:t>
            </a:r>
          </a:p>
          <a:p>
            <a:r>
              <a:t>• PSI (Population Stability Index)</a:t>
            </a:r>
          </a:p>
          <a:p>
            <a:r>
              <a:t>Tools:</a:t>
            </a:r>
          </a:p>
          <a:p>
            <a:r>
              <a:t>• Evidently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126480"/>
            <a:ext cx="82296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Responsible AI Monitoring Module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Explains why predictions are made.</a:t>
            </a:r>
          </a:p>
          <a:p>
            <a:r>
              <a:t>Uses SHAP for:</a:t>
            </a:r>
          </a:p>
          <a:p>
            <a:r>
              <a:t>• Feature Importance</a:t>
            </a:r>
          </a:p>
          <a:p>
            <a:r>
              <a:t>• Transparency</a:t>
            </a:r>
          </a:p>
          <a:p>
            <a:r>
              <a:t>• Decision Explanation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126480"/>
            <a:ext cx="82296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Responsible AI Monitoring Module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Pages:</a:t>
            </a:r>
          </a:p>
          <a:p>
            <a:r>
              <a:t>• Overview</a:t>
            </a:r>
          </a:p>
          <a:p>
            <a:r>
              <a:t>• Accuracy Monitoring</a:t>
            </a:r>
          </a:p>
          <a:p>
            <a:r>
              <a:t>• Bias Detection</a:t>
            </a:r>
          </a:p>
          <a:p>
            <a:r>
              <a:t>• Drift Detection</a:t>
            </a:r>
          </a:p>
          <a:p>
            <a:r>
              <a:t>• Explainability</a:t>
            </a:r>
          </a:p>
          <a:p>
            <a:r>
              <a:t>• Governance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126480"/>
            <a:ext cx="82296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Responsible AI Monitoring Module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provides:</a:t>
            </a:r>
          </a:p>
          <a:p>
            <a:r>
              <a:t>• Real-time monitoring</a:t>
            </a:r>
          </a:p>
          <a:p>
            <a:r>
              <a:t>• Governance indicators</a:t>
            </a:r>
          </a:p>
          <a:p>
            <a:r>
              <a:t>• Ethical AI evaluation</a:t>
            </a:r>
          </a:p>
          <a:p>
            <a:r>
              <a:t>• Risk alerts</a:t>
            </a:r>
          </a:p>
          <a:p>
            <a:r>
              <a:t>• Transparent dashboards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126480"/>
            <a:ext cx="82296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Responsible AI Monitoring Module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deployment</a:t>
            </a:r>
          </a:p>
          <a:p>
            <a:r>
              <a:t>• Role-based access</a:t>
            </a:r>
          </a:p>
          <a:p>
            <a:r>
              <a:t>• Audit logging</a:t>
            </a:r>
          </a:p>
          <a:p>
            <a:r>
              <a:t>• Cloud deployment</a:t>
            </a:r>
          </a:p>
          <a:p>
            <a:r>
              <a:t>• Government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126480"/>
            <a:ext cx="82296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Responsible AI Monitoring Module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Responsible AI is essential for trustworthy governance.</a:t>
            </a:r>
          </a:p>
          <a:p>
            <a:r>
              <a:t>The project ensures AI systems remain fair, transparent, explainable, and accountable.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126480"/>
            <a:ext cx="82296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Responsible AI Monitoring Module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